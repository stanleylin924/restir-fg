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6CB1"/>
    <a:srgbClr val="FFC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85C8C8-C798-4ACF-B718-2BB058878700}" v="46" dt="2025-03-24T15:15:21.1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ley Lin" userId="e908253626943539" providerId="LiveId" clId="{B485C8C8-C798-4ACF-B718-2BB058878700}"/>
    <pc:docChg chg="undo custSel addSld modSld">
      <pc:chgData name="Stanley Lin" userId="e908253626943539" providerId="LiveId" clId="{B485C8C8-C798-4ACF-B718-2BB058878700}" dt="2025-03-24T16:14:22.560" v="1109" actId="20577"/>
      <pc:docMkLst>
        <pc:docMk/>
      </pc:docMkLst>
      <pc:sldChg chg="addSp delSp modSp new mod">
        <pc:chgData name="Stanley Lin" userId="e908253626943539" providerId="LiveId" clId="{B485C8C8-C798-4ACF-B718-2BB058878700}" dt="2025-03-24T16:14:22.560" v="1109" actId="20577"/>
        <pc:sldMkLst>
          <pc:docMk/>
          <pc:sldMk cId="425117932" sldId="256"/>
        </pc:sldMkLst>
        <pc:spChg chg="add mod">
          <ac:chgData name="Stanley Lin" userId="e908253626943539" providerId="LiveId" clId="{B485C8C8-C798-4ACF-B718-2BB058878700}" dt="2025-03-04T01:39:44.201" v="433" actId="2711"/>
          <ac:spMkLst>
            <pc:docMk/>
            <pc:sldMk cId="425117932" sldId="256"/>
            <ac:spMk id="8" creationId="{3EA5E8CD-1F12-DB53-AB09-8272A82FB706}"/>
          </ac:spMkLst>
        </pc:spChg>
        <pc:spChg chg="add mod">
          <ac:chgData name="Stanley Lin" userId="e908253626943539" providerId="LiveId" clId="{B485C8C8-C798-4ACF-B718-2BB058878700}" dt="2025-03-11T02:23:05.097" v="838" actId="20577"/>
          <ac:spMkLst>
            <pc:docMk/>
            <pc:sldMk cId="425117932" sldId="256"/>
            <ac:spMk id="11" creationId="{B8FF7238-27AA-6BA5-6337-69C629852396}"/>
          </ac:spMkLst>
        </pc:spChg>
        <pc:spChg chg="add mod">
          <ac:chgData name="Stanley Lin" userId="e908253626943539" providerId="LiveId" clId="{B485C8C8-C798-4ACF-B718-2BB058878700}" dt="2025-03-24T15:12:26.137" v="998" actId="20577"/>
          <ac:spMkLst>
            <pc:docMk/>
            <pc:sldMk cId="425117932" sldId="256"/>
            <ac:spMk id="14" creationId="{7F1F10B6-7B2B-26D2-B7B0-99280F05BA73}"/>
          </ac:spMkLst>
        </pc:spChg>
        <pc:spChg chg="add mod">
          <ac:chgData name="Stanley Lin" userId="e908253626943539" providerId="LiveId" clId="{B485C8C8-C798-4ACF-B718-2BB058878700}" dt="2025-03-24T15:12:41.408" v="1020" actId="20577"/>
          <ac:spMkLst>
            <pc:docMk/>
            <pc:sldMk cId="425117932" sldId="256"/>
            <ac:spMk id="17" creationId="{BC287577-DC0B-EE9E-6C3A-56058B241F28}"/>
          </ac:spMkLst>
        </pc:spChg>
        <pc:spChg chg="add mod">
          <ac:chgData name="Stanley Lin" userId="e908253626943539" providerId="LiveId" clId="{B485C8C8-C798-4ACF-B718-2BB058878700}" dt="2025-03-04T01:39:44.201" v="433" actId="2711"/>
          <ac:spMkLst>
            <pc:docMk/>
            <pc:sldMk cId="425117932" sldId="256"/>
            <ac:spMk id="22" creationId="{B509D491-99BC-A780-FF85-2F045C3AB06B}"/>
          </ac:spMkLst>
        </pc:spChg>
        <pc:spChg chg="add mod">
          <ac:chgData name="Stanley Lin" userId="e908253626943539" providerId="LiveId" clId="{B485C8C8-C798-4ACF-B718-2BB058878700}" dt="2025-03-04T01:39:34.200" v="432" actId="2711"/>
          <ac:spMkLst>
            <pc:docMk/>
            <pc:sldMk cId="425117932" sldId="256"/>
            <ac:spMk id="23" creationId="{859E4C13-6A7A-A4E8-DF2D-86394F2304D2}"/>
          </ac:spMkLst>
        </pc:spChg>
        <pc:spChg chg="add mod">
          <ac:chgData name="Stanley Lin" userId="e908253626943539" providerId="LiveId" clId="{B485C8C8-C798-4ACF-B718-2BB058878700}" dt="2025-03-24T15:20:26.208" v="1061" actId="1076"/>
          <ac:spMkLst>
            <pc:docMk/>
            <pc:sldMk cId="425117932" sldId="256"/>
            <ac:spMk id="24" creationId="{0CA8EA8C-3DB8-5951-FF49-39407F2F3C94}"/>
          </ac:spMkLst>
        </pc:spChg>
        <pc:spChg chg="add mod">
          <ac:chgData name="Stanley Lin" userId="e908253626943539" providerId="LiveId" clId="{B485C8C8-C798-4ACF-B718-2BB058878700}" dt="2025-03-11T03:14:03.176" v="952" actId="20577"/>
          <ac:spMkLst>
            <pc:docMk/>
            <pc:sldMk cId="425117932" sldId="256"/>
            <ac:spMk id="33" creationId="{6A3D22B1-F17E-04A8-9727-68BE5895324D}"/>
          </ac:spMkLst>
        </pc:spChg>
        <pc:spChg chg="add mod">
          <ac:chgData name="Stanley Lin" userId="e908253626943539" providerId="LiveId" clId="{B485C8C8-C798-4ACF-B718-2BB058878700}" dt="2025-03-11T03:14:13.387" v="956" actId="20577"/>
          <ac:spMkLst>
            <pc:docMk/>
            <pc:sldMk cId="425117932" sldId="256"/>
            <ac:spMk id="34" creationId="{89359954-304A-E4A2-7BFE-BA43E46183FD}"/>
          </ac:spMkLst>
        </pc:spChg>
        <pc:spChg chg="add mod">
          <ac:chgData name="Stanley Lin" userId="e908253626943539" providerId="LiveId" clId="{B485C8C8-C798-4ACF-B718-2BB058878700}" dt="2025-03-24T15:13:37.053" v="1023" actId="20577"/>
          <ac:spMkLst>
            <pc:docMk/>
            <pc:sldMk cId="425117932" sldId="256"/>
            <ac:spMk id="35" creationId="{DB0935AF-A6A1-E5FA-B994-DDB87E299DFC}"/>
          </ac:spMkLst>
        </pc:spChg>
        <pc:spChg chg="add mod">
          <ac:chgData name="Stanley Lin" userId="e908253626943539" providerId="LiveId" clId="{B485C8C8-C798-4ACF-B718-2BB058878700}" dt="2025-03-24T15:14:21.159" v="1031" actId="20577"/>
          <ac:spMkLst>
            <pc:docMk/>
            <pc:sldMk cId="425117932" sldId="256"/>
            <ac:spMk id="36" creationId="{49E92CA9-8C89-4AAD-8567-C441DB533669}"/>
          </ac:spMkLst>
        </pc:spChg>
        <pc:spChg chg="add mod">
          <ac:chgData name="Stanley Lin" userId="e908253626943539" providerId="LiveId" clId="{B485C8C8-C798-4ACF-B718-2BB058878700}" dt="2025-03-04T01:46:29.772" v="602" actId="553"/>
          <ac:spMkLst>
            <pc:docMk/>
            <pc:sldMk cId="425117932" sldId="256"/>
            <ac:spMk id="37" creationId="{4294266C-FEC1-6776-82CC-334D1417FD38}"/>
          </ac:spMkLst>
        </pc:spChg>
        <pc:spChg chg="add mod">
          <ac:chgData name="Stanley Lin" userId="e908253626943539" providerId="LiveId" clId="{B485C8C8-C798-4ACF-B718-2BB058878700}" dt="2025-03-11T03:14:57.606" v="968" actId="20577"/>
          <ac:spMkLst>
            <pc:docMk/>
            <pc:sldMk cId="425117932" sldId="256"/>
            <ac:spMk id="38" creationId="{DDBA77F6-74F1-5BED-790E-E49096D32347}"/>
          </ac:spMkLst>
        </pc:spChg>
        <pc:spChg chg="add mod">
          <ac:chgData name="Stanley Lin" userId="e908253626943539" providerId="LiveId" clId="{B485C8C8-C798-4ACF-B718-2BB058878700}" dt="2025-03-24T15:14:00.019" v="1028" actId="20577"/>
          <ac:spMkLst>
            <pc:docMk/>
            <pc:sldMk cId="425117932" sldId="256"/>
            <ac:spMk id="39" creationId="{C4F00B23-4D1D-4C80-247E-3B3C2E0442CB}"/>
          </ac:spMkLst>
        </pc:spChg>
        <pc:spChg chg="add mod">
          <ac:chgData name="Stanley Lin" userId="e908253626943539" providerId="LiveId" clId="{B485C8C8-C798-4ACF-B718-2BB058878700}" dt="2025-03-24T15:15:35.760" v="1037" actId="20577"/>
          <ac:spMkLst>
            <pc:docMk/>
            <pc:sldMk cId="425117932" sldId="256"/>
            <ac:spMk id="40" creationId="{36EDAE89-7AFD-6425-7400-EDDC0A5BDDF1}"/>
          </ac:spMkLst>
        </pc:spChg>
        <pc:spChg chg="add mod">
          <ac:chgData name="Stanley Lin" userId="e908253626943539" providerId="LiveId" clId="{B485C8C8-C798-4ACF-B718-2BB058878700}" dt="2025-03-24T16:12:32.569" v="1105" actId="20577"/>
          <ac:spMkLst>
            <pc:docMk/>
            <pc:sldMk cId="425117932" sldId="256"/>
            <ac:spMk id="41" creationId="{2CB0FC87-0C5A-67AF-8E86-0D74C87A81B5}"/>
          </ac:spMkLst>
        </pc:spChg>
        <pc:spChg chg="add mod">
          <ac:chgData name="Stanley Lin" userId="e908253626943539" providerId="LiveId" clId="{B485C8C8-C798-4ACF-B718-2BB058878700}" dt="2025-03-24T16:09:58.369" v="1101" actId="20577"/>
          <ac:spMkLst>
            <pc:docMk/>
            <pc:sldMk cId="425117932" sldId="256"/>
            <ac:spMk id="42" creationId="{1479ABD3-5A16-09F1-364A-92F81D711DA1}"/>
          </ac:spMkLst>
        </pc:spChg>
        <pc:spChg chg="add mod">
          <ac:chgData name="Stanley Lin" userId="e908253626943539" providerId="LiveId" clId="{B485C8C8-C798-4ACF-B718-2BB058878700}" dt="2025-03-24T16:14:22.560" v="1109" actId="20577"/>
          <ac:spMkLst>
            <pc:docMk/>
            <pc:sldMk cId="425117932" sldId="256"/>
            <ac:spMk id="43" creationId="{BC4EC5B0-B803-88EA-DAFB-17812019BDF4}"/>
          </ac:spMkLst>
        </pc:spChg>
        <pc:spChg chg="add mod">
          <ac:chgData name="Stanley Lin" userId="e908253626943539" providerId="LiveId" clId="{B485C8C8-C798-4ACF-B718-2BB058878700}" dt="2025-03-24T16:08:19.913" v="1095" actId="20577"/>
          <ac:spMkLst>
            <pc:docMk/>
            <pc:sldMk cId="425117932" sldId="256"/>
            <ac:spMk id="44" creationId="{7AB609C6-94D6-2D0D-5D7A-7897344DE767}"/>
          </ac:spMkLst>
        </pc:spChg>
        <pc:picChg chg="add mod modCrop">
          <ac:chgData name="Stanley Lin" userId="e908253626943539" providerId="LiveId" clId="{B485C8C8-C798-4ACF-B718-2BB058878700}" dt="2025-03-11T03:11:23.071" v="938" actId="14826"/>
          <ac:picMkLst>
            <pc:docMk/>
            <pc:sldMk cId="425117932" sldId="256"/>
            <ac:picMk id="5" creationId="{B286CCB2-1A0E-FE8D-4629-696A5103989C}"/>
          </ac:picMkLst>
        </pc:picChg>
        <pc:picChg chg="add mod">
          <ac:chgData name="Stanley Lin" userId="e908253626943539" providerId="LiveId" clId="{B485C8C8-C798-4ACF-B718-2BB058878700}" dt="2025-03-11T03:12:06.933" v="941" actId="14826"/>
          <ac:picMkLst>
            <pc:docMk/>
            <pc:sldMk cId="425117932" sldId="256"/>
            <ac:picMk id="7" creationId="{844B98F3-B907-6A0E-E575-B8E881994D8E}"/>
          </ac:picMkLst>
        </pc:picChg>
        <pc:picChg chg="add mod">
          <ac:chgData name="Stanley Lin" userId="e908253626943539" providerId="LiveId" clId="{B485C8C8-C798-4ACF-B718-2BB058878700}" dt="2025-03-11T03:12:33.809" v="943" actId="14826"/>
          <ac:picMkLst>
            <pc:docMk/>
            <pc:sldMk cId="425117932" sldId="256"/>
            <ac:picMk id="10" creationId="{AA47A539-A21E-B999-052F-79FB2CFAE7F7}"/>
          </ac:picMkLst>
        </pc:picChg>
        <pc:picChg chg="add mod">
          <ac:chgData name="Stanley Lin" userId="e908253626943539" providerId="LiveId" clId="{B485C8C8-C798-4ACF-B718-2BB058878700}" dt="2025-03-24T15:13:17.721" v="1021" actId="14826"/>
          <ac:picMkLst>
            <pc:docMk/>
            <pc:sldMk cId="425117932" sldId="256"/>
            <ac:picMk id="13" creationId="{9B774CC6-E35F-88A0-0506-D14CD4B039E4}"/>
          </ac:picMkLst>
        </pc:picChg>
        <pc:picChg chg="add mod">
          <ac:chgData name="Stanley Lin" userId="e908253626943539" providerId="LiveId" clId="{B485C8C8-C798-4ACF-B718-2BB058878700}" dt="2025-03-24T15:14:09.274" v="1029" actId="14826"/>
          <ac:picMkLst>
            <pc:docMk/>
            <pc:sldMk cId="425117932" sldId="256"/>
            <ac:picMk id="16" creationId="{B666E3EC-1731-E05E-0C6E-590DA4E71414}"/>
          </ac:picMkLst>
        </pc:picChg>
        <pc:picChg chg="add mod">
          <ac:chgData name="Stanley Lin" userId="e908253626943539" providerId="LiveId" clId="{B485C8C8-C798-4ACF-B718-2BB058878700}" dt="2025-03-11T03:12:19.348" v="942" actId="14826"/>
          <ac:picMkLst>
            <pc:docMk/>
            <pc:sldMk cId="425117932" sldId="256"/>
            <ac:picMk id="19" creationId="{70632771-54BF-C713-1ADF-3F6CC0DC9ADB}"/>
          </ac:picMkLst>
        </pc:picChg>
        <pc:picChg chg="add mod">
          <ac:chgData name="Stanley Lin" userId="e908253626943539" providerId="LiveId" clId="{B485C8C8-C798-4ACF-B718-2BB058878700}" dt="2025-03-11T03:11:43.549" v="939" actId="14826"/>
          <ac:picMkLst>
            <pc:docMk/>
            <pc:sldMk cId="425117932" sldId="256"/>
            <ac:picMk id="21" creationId="{FCD7A575-11F8-CE79-0BAB-1E3759A024EC}"/>
          </ac:picMkLst>
        </pc:picChg>
        <pc:picChg chg="add mod">
          <ac:chgData name="Stanley Lin" userId="e908253626943539" providerId="LiveId" clId="{B485C8C8-C798-4ACF-B718-2BB058878700}" dt="2025-03-11T03:12:45.102" v="944" actId="14826"/>
          <ac:picMkLst>
            <pc:docMk/>
            <pc:sldMk cId="425117932" sldId="256"/>
            <ac:picMk id="26" creationId="{B2BE9934-0C80-0368-91C1-D9ABA889C931}"/>
          </ac:picMkLst>
        </pc:picChg>
        <pc:picChg chg="add mod">
          <ac:chgData name="Stanley Lin" userId="e908253626943539" providerId="LiveId" clId="{B485C8C8-C798-4ACF-B718-2BB058878700}" dt="2025-03-24T15:13:47.604" v="1024" actId="14826"/>
          <ac:picMkLst>
            <pc:docMk/>
            <pc:sldMk cId="425117932" sldId="256"/>
            <ac:picMk id="28" creationId="{BE2D43FF-3F33-168B-832C-58D4D9C7DB03}"/>
          </ac:picMkLst>
        </pc:picChg>
        <pc:picChg chg="add mod">
          <ac:chgData name="Stanley Lin" userId="e908253626943539" providerId="LiveId" clId="{B485C8C8-C798-4ACF-B718-2BB058878700}" dt="2025-03-24T15:15:21.107" v="1033" actId="14826"/>
          <ac:picMkLst>
            <pc:docMk/>
            <pc:sldMk cId="425117932" sldId="256"/>
            <ac:picMk id="30" creationId="{47536B88-515A-32D5-BD5B-7BBA680FC692}"/>
          </ac:picMkLst>
        </pc:picChg>
        <pc:picChg chg="add mod">
          <ac:chgData name="Stanley Lin" userId="e908253626943539" providerId="LiveId" clId="{B485C8C8-C798-4ACF-B718-2BB058878700}" dt="2025-03-11T03:11:55.820" v="940" actId="14826"/>
          <ac:picMkLst>
            <pc:docMk/>
            <pc:sldMk cId="425117932" sldId="256"/>
            <ac:picMk id="32" creationId="{4E7D9705-33C8-55CB-478B-CE4D50A5BEF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D4AF9-4A9A-6118-B4F9-D79DEC42D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0AF7BBD-3995-6A1D-E0EB-D302919F0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AC2E72-116C-D500-76D4-03D1A6C81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BC2EF-1618-D25E-F0D5-6D283DEA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A64896-6CC8-F1CE-D828-125D1E6BD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674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430DF-BD83-2957-E49C-D1096ADE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E7AF90-B396-3D4B-1A9F-769788607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680983-F8AC-1DF9-E9EA-4088A866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CF03F0-9FA0-33FA-EBC7-49510792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ECCA0A-6809-A08C-0C00-F6A5C202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068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ACC874-2CB1-BB58-7135-3ED8D532D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0FDB60-767E-E08E-97D0-8989672FF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5B9F82-E17A-56C2-1DF4-7ED7DA68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2E67AA-038F-AC7B-DEED-56386288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CC676E-AACE-74CE-CD99-4EDCD7F1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415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2CF766-22B3-E734-FDED-DB8D6729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7B7154-C69A-32DA-0EBB-C61EC3622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F4FB7E-F634-F66B-80A2-435095CEC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A6FE39F-A842-598D-D840-FE3BC3A2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D08DB33-F317-2D9C-F4A1-ABCDDDDE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BFAB7F-2C14-4A41-6EBC-122532A3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87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5D3F4D-8E27-A30F-9AE9-849E21D48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E3E88D-A12D-3816-9F9D-54DD3015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536549F-B4A4-CF43-1DE0-968F788D5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A530E47-6EE7-897B-F3B8-3985D7EA0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3F87D18-23B4-8918-C702-0CF619A75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29A1A7D-DAF1-3FB9-FBD7-2E2DC530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12F1892-D0D2-528E-635F-AC1D5453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D296E79-F431-2667-8CB4-19FE3E21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513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F5F599-467A-64EC-CF85-9FA9E3E4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B0ECDD-0108-3933-331F-CD4C4F654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C98AFF6-2A22-296B-6991-0ADC7CB5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D630A65-90E1-E1B7-1787-189E154D6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086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51B737B-2084-BB9A-27CA-11C35D7B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399AD6C-E37D-8FD5-8146-96C1ED26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137F40-599C-E964-B9F5-B56F926B6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45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5D34F-6C58-1532-DC24-0AB6C055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59EA06-1DD2-595A-C35D-007F3534A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1EBB09-5837-24B6-09A5-907A3C267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65E8E8D-DC9D-17DE-313D-0BE41621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2272E8-200D-AB5B-2001-0261E4E5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6CA6DB-BF55-F8ED-C7B7-88AEDA72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90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88E743-404F-84C2-65EC-5748124B5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702A879-8317-9DDB-4C46-DAB96CAE0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150772-E8A8-9759-6E9B-763855730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A2DDEC-B13A-EB64-1690-20C810E0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E2FFD4-0576-8A0D-398B-108574B6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CB581A8-E124-B62C-3222-4769DDB2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92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799667-306A-5DE3-0B43-FE1FD792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7FD9E1-22E2-9943-F53D-E0D8CA9D2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65E005-DA8C-04F6-2C6C-70ABDAD6C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00B9A6-F0D8-9993-AAE4-FACA43B2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F0C303-0C3E-5CD1-0E73-24EFE0A3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098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E5DF8DE-3B91-A59B-87FA-43AC4B2025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A0BECA0-73FD-6F0D-221D-C0E99C2C4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1028CC-6D90-EAF8-7091-F019D006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792B06-03C2-027E-ABCA-404EFEAD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ACFD73-270A-B9C1-2C8A-7A7B8C581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8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D411609-FBCE-977A-D9C4-0169A8B0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468713-859E-C5A1-A62B-88304EB5A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A5DF9-16A7-3D66-ABA1-A3104A9109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0CB68-30A9-4EE0-BC07-5DBE52BC06A2}" type="datetimeFigureOut">
              <a:rPr lang="zh-TW" altLang="en-US" smtClean="0"/>
              <a:t>2025/3/24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F13683-1B70-B9DA-CEDA-F72E382EA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98A678-1A1C-C0A2-0F85-AF683ACF2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46970-377F-4571-A2D8-FC29B23F39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5682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286CCB2-1A0E-FE8D-4629-696A51039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85" r="19085"/>
          <a:stretch/>
        </p:blipFill>
        <p:spPr>
          <a:xfrm>
            <a:off x="222483" y="1130711"/>
            <a:ext cx="3208975" cy="32437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44B98F3-B907-6A0E-E575-B8E881994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3284" y="1130711"/>
            <a:ext cx="1539488" cy="1539488"/>
          </a:xfrm>
          <a:prstGeom prst="rect">
            <a:avLst/>
          </a:prstGeom>
          <a:ln w="38100">
            <a:solidFill>
              <a:srgbClr val="FFC400"/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EA5E8CD-1F12-DB53-AB09-8272A82FB706}"/>
              </a:ext>
            </a:extLst>
          </p:cNvPr>
          <p:cNvSpPr txBox="1"/>
          <p:nvPr/>
        </p:nvSpPr>
        <p:spPr>
          <a:xfrm>
            <a:off x="3781015" y="792157"/>
            <a:ext cx="1044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ReSTIR</a:t>
            </a:r>
            <a:r>
              <a:rPr lang="zh-TW" altLang="en-US" sz="1600" dirty="0"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cs typeface="Times New Roman" panose="02020603050405020304" pitchFamily="18" charset="0"/>
              </a:rPr>
              <a:t>GI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A47A539-A21E-B999-052F-79FB2CFAE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25103" y="1130711"/>
            <a:ext cx="1539488" cy="1539488"/>
          </a:xfrm>
          <a:prstGeom prst="rect">
            <a:avLst/>
          </a:prstGeom>
          <a:ln w="38100">
            <a:solidFill>
              <a:srgbClr val="FFC400"/>
            </a:solidFill>
          </a:ln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8FF7238-27AA-6BA5-6337-69C629852396}"/>
              </a:ext>
            </a:extLst>
          </p:cNvPr>
          <p:cNvSpPr txBox="1"/>
          <p:nvPr/>
        </p:nvSpPr>
        <p:spPr>
          <a:xfrm>
            <a:off x="5433718" y="792157"/>
            <a:ext cx="1098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ReSTIR</a:t>
            </a:r>
            <a:r>
              <a:rPr lang="zh-TW" altLang="en-US" sz="1600" dirty="0"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cs typeface="Times New Roman" panose="02020603050405020304" pitchFamily="18" charset="0"/>
              </a:rPr>
              <a:t>FG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9B774CC6-E35F-88A0-0506-D14CD4B039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76922" y="1130711"/>
            <a:ext cx="1539488" cy="1539488"/>
          </a:xfrm>
          <a:prstGeom prst="rect">
            <a:avLst/>
          </a:prstGeom>
          <a:ln w="38100">
            <a:solidFill>
              <a:srgbClr val="FFC400"/>
            </a:solidFill>
          </a:ln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F1F10B6-7B2B-26D2-B7B0-99280F05BA73}"/>
              </a:ext>
            </a:extLst>
          </p:cNvPr>
          <p:cNvSpPr txBox="1"/>
          <p:nvPr/>
        </p:nvSpPr>
        <p:spPr>
          <a:xfrm>
            <a:off x="6876287" y="584296"/>
            <a:ext cx="156485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>
                <a:cs typeface="Times New Roman" panose="02020603050405020304" pitchFamily="18" charset="0"/>
              </a:rPr>
              <a:t>Ours</a:t>
            </a:r>
          </a:p>
          <a:p>
            <a:pPr algn="ctr"/>
            <a:r>
              <a:rPr lang="en-US" altLang="zh-TW" sz="1400" dirty="0">
                <a:cs typeface="Times New Roman" panose="02020603050405020304" pitchFamily="18" charset="0"/>
              </a:rPr>
              <a:t>(1 spatial sample)</a:t>
            </a:r>
            <a:endParaRPr lang="zh-TW" altLang="en-US" sz="1400" dirty="0">
              <a:cs typeface="Times New Roman" panose="02020603050405020304" pitchFamily="18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666E3EC-1731-E05E-0C6E-590DA4E714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25862" y="1130711"/>
            <a:ext cx="1539488" cy="1539488"/>
          </a:xfrm>
          <a:prstGeom prst="rect">
            <a:avLst/>
          </a:prstGeom>
          <a:ln w="38100">
            <a:solidFill>
              <a:srgbClr val="FFC400"/>
            </a:solidFill>
          </a:ln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BC287577-DC0B-EE9E-6C3A-56058B241F28}"/>
              </a:ext>
            </a:extLst>
          </p:cNvPr>
          <p:cNvSpPr txBox="1"/>
          <p:nvPr/>
        </p:nvSpPr>
        <p:spPr>
          <a:xfrm>
            <a:off x="8483387" y="584296"/>
            <a:ext cx="16514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>
                <a:cs typeface="Times New Roman" panose="02020603050405020304" pitchFamily="18" charset="0"/>
              </a:rPr>
              <a:t>Ours</a:t>
            </a:r>
          </a:p>
          <a:p>
            <a:pPr algn="ctr"/>
            <a:r>
              <a:rPr lang="en-US" altLang="zh-TW" sz="1400" dirty="0">
                <a:cs typeface="Times New Roman" panose="02020603050405020304" pitchFamily="18" charset="0"/>
              </a:rPr>
              <a:t>(4 spatial samples)</a:t>
            </a:r>
            <a:endParaRPr lang="zh-TW" altLang="en-US" sz="1400" dirty="0">
              <a:cs typeface="Times New Roman" panose="02020603050405020304" pitchFamily="18" charset="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70632771-54BF-C713-1ADF-3F6CC0DC9A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3284" y="2808272"/>
            <a:ext cx="1539488" cy="1539488"/>
          </a:xfrm>
          <a:prstGeom prst="rect">
            <a:avLst/>
          </a:prstGeom>
          <a:ln w="38100">
            <a:solidFill>
              <a:srgbClr val="0C6CB1"/>
            </a:solidFill>
          </a:ln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FCD7A575-11F8-CE79-0BAB-1E3759A024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74802" y="1130711"/>
            <a:ext cx="1539488" cy="1539488"/>
          </a:xfrm>
          <a:prstGeom prst="rect">
            <a:avLst/>
          </a:prstGeom>
          <a:ln w="38100">
            <a:solidFill>
              <a:srgbClr val="FFC400"/>
            </a:solidFill>
          </a:ln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B509D491-99BC-A780-FF85-2F045C3AB06B}"/>
              </a:ext>
            </a:extLst>
          </p:cNvPr>
          <p:cNvSpPr txBox="1"/>
          <p:nvPr/>
        </p:nvSpPr>
        <p:spPr>
          <a:xfrm>
            <a:off x="10435432" y="792157"/>
            <a:ext cx="1086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Reference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59E4C13-6A7A-A4E8-DF2D-86394F2304D2}"/>
              </a:ext>
            </a:extLst>
          </p:cNvPr>
          <p:cNvSpPr txBox="1"/>
          <p:nvPr/>
        </p:nvSpPr>
        <p:spPr>
          <a:xfrm>
            <a:off x="1412326" y="792157"/>
            <a:ext cx="8585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Kitchen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CA8EA8C-3DB8-5951-FF49-39407F2F3C94}"/>
              </a:ext>
            </a:extLst>
          </p:cNvPr>
          <p:cNvSpPr txBox="1"/>
          <p:nvPr/>
        </p:nvSpPr>
        <p:spPr>
          <a:xfrm>
            <a:off x="906706" y="4397539"/>
            <a:ext cx="1869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cs typeface="Times New Roman" panose="02020603050405020304" pitchFamily="18" charset="0"/>
              </a:rPr>
              <a:t>1 frame (1280x800)</a:t>
            </a:r>
            <a:endParaRPr lang="zh-TW" altLang="en-US" sz="1600" dirty="0">
              <a:cs typeface="Times New Roman" panose="02020603050405020304" pitchFamily="18" charset="0"/>
            </a:endParaRP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B2BE9934-0C80-0368-91C1-D9ABA889C9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25103" y="2808272"/>
            <a:ext cx="1539488" cy="1539488"/>
          </a:xfrm>
          <a:prstGeom prst="rect">
            <a:avLst/>
          </a:prstGeom>
          <a:ln w="38100">
            <a:solidFill>
              <a:srgbClr val="0C6CB1"/>
            </a:solidFill>
          </a:ln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BE2D43FF-3F33-168B-832C-58D4D9C7DB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76922" y="2808272"/>
            <a:ext cx="1539488" cy="1539488"/>
          </a:xfrm>
          <a:prstGeom prst="rect">
            <a:avLst/>
          </a:prstGeom>
          <a:ln w="38100">
            <a:solidFill>
              <a:srgbClr val="0C6CB1"/>
            </a:solidFill>
          </a:ln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47536B88-515A-32D5-BD5B-7BBA680FC6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25862" y="2808272"/>
            <a:ext cx="1539488" cy="1539488"/>
          </a:xfrm>
          <a:prstGeom prst="rect">
            <a:avLst/>
          </a:prstGeom>
          <a:ln w="38100">
            <a:solidFill>
              <a:srgbClr val="0C6CB1"/>
            </a:solidFill>
          </a:ln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4E7D9705-33C8-55CB-478B-CE4D50A5BE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70350" y="2808272"/>
            <a:ext cx="1540800" cy="1540800"/>
          </a:xfrm>
          <a:prstGeom prst="rect">
            <a:avLst/>
          </a:prstGeom>
          <a:ln w="38100">
            <a:solidFill>
              <a:srgbClr val="0C6CB1"/>
            </a:solidFill>
          </a:ln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6A3D22B1-F17E-04A8-9727-68BE5895324D}"/>
              </a:ext>
            </a:extLst>
          </p:cNvPr>
          <p:cNvSpPr txBox="1"/>
          <p:nvPr/>
        </p:nvSpPr>
        <p:spPr>
          <a:xfrm>
            <a:off x="3694453" y="236061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0.346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9359954-304A-E4A2-7BFE-BA43E46183FD}"/>
              </a:ext>
            </a:extLst>
          </p:cNvPr>
          <p:cNvSpPr txBox="1"/>
          <p:nvPr/>
        </p:nvSpPr>
        <p:spPr>
          <a:xfrm>
            <a:off x="5346272" y="236061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0.238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B0935AF-A6A1-E5FA-B994-DDB87E299DFC}"/>
              </a:ext>
            </a:extLst>
          </p:cNvPr>
          <p:cNvSpPr txBox="1"/>
          <p:nvPr/>
        </p:nvSpPr>
        <p:spPr>
          <a:xfrm>
            <a:off x="6973696" y="236061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0.154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9E92CA9-8C89-4AAD-8567-C441DB533669}"/>
              </a:ext>
            </a:extLst>
          </p:cNvPr>
          <p:cNvSpPr txBox="1"/>
          <p:nvPr/>
        </p:nvSpPr>
        <p:spPr>
          <a:xfrm>
            <a:off x="8644805" y="236061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0.104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294266C-FEC1-6776-82CC-334D1417FD38}"/>
              </a:ext>
            </a:extLst>
          </p:cNvPr>
          <p:cNvSpPr txBox="1"/>
          <p:nvPr/>
        </p:nvSpPr>
        <p:spPr>
          <a:xfrm>
            <a:off x="3694453" y="403593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0.259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DDBA77F6-74F1-5BED-790E-E49096D32347}"/>
              </a:ext>
            </a:extLst>
          </p:cNvPr>
          <p:cNvSpPr txBox="1"/>
          <p:nvPr/>
        </p:nvSpPr>
        <p:spPr>
          <a:xfrm>
            <a:off x="5346272" y="403593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0.172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C4F00B23-4D1D-4C80-247E-3B3C2E0442CB}"/>
              </a:ext>
            </a:extLst>
          </p:cNvPr>
          <p:cNvSpPr txBox="1"/>
          <p:nvPr/>
        </p:nvSpPr>
        <p:spPr>
          <a:xfrm>
            <a:off x="6973696" y="403593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0.140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6EDAE89-7AFD-6425-7400-EDDC0A5BDDF1}"/>
              </a:ext>
            </a:extLst>
          </p:cNvPr>
          <p:cNvSpPr txBox="1"/>
          <p:nvPr/>
        </p:nvSpPr>
        <p:spPr>
          <a:xfrm>
            <a:off x="8644805" y="4035932"/>
            <a:ext cx="12971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RMSE: 0.112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CB0FC87-0C5A-67AF-8E86-0D74C87A81B5}"/>
              </a:ext>
            </a:extLst>
          </p:cNvPr>
          <p:cNvSpPr txBox="1"/>
          <p:nvPr/>
        </p:nvSpPr>
        <p:spPr>
          <a:xfrm>
            <a:off x="3866725" y="4374486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41.30ms</a:t>
            </a:r>
            <a:endParaRPr lang="zh-TW" altLang="en-US" sz="16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1479ABD3-5A16-09F1-364A-92F81D711DA1}"/>
              </a:ext>
            </a:extLst>
          </p:cNvPr>
          <p:cNvSpPr txBox="1"/>
          <p:nvPr/>
        </p:nvSpPr>
        <p:spPr>
          <a:xfrm>
            <a:off x="7169612" y="4374486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42.72ms</a:t>
            </a:r>
            <a:endParaRPr lang="zh-TW" altLang="en-US" sz="16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C4EC5B0-B803-88EA-DAFB-17812019BDF4}"/>
              </a:ext>
            </a:extLst>
          </p:cNvPr>
          <p:cNvSpPr txBox="1"/>
          <p:nvPr/>
        </p:nvSpPr>
        <p:spPr>
          <a:xfrm>
            <a:off x="5517793" y="4374486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42.69ms</a:t>
            </a:r>
            <a:endParaRPr lang="zh-TW" altLang="en-US" sz="16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AB609C6-94D6-2D0D-5D7A-7897344DE767}"/>
              </a:ext>
            </a:extLst>
          </p:cNvPr>
          <p:cNvSpPr txBox="1"/>
          <p:nvPr/>
        </p:nvSpPr>
        <p:spPr>
          <a:xfrm>
            <a:off x="8816326" y="4374486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43.83ms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5117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51</Words>
  <Application>Microsoft Office PowerPoint</Application>
  <PresentationFormat>寬螢幕</PresentationFormat>
  <Paragraphs>21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Stanley Lin</dc:creator>
  <cp:lastModifiedBy>Stanley Lin</cp:lastModifiedBy>
  <cp:revision>1</cp:revision>
  <dcterms:created xsi:type="dcterms:W3CDTF">2025-03-04T01:19:32Z</dcterms:created>
  <dcterms:modified xsi:type="dcterms:W3CDTF">2025-03-24T16:14:31Z</dcterms:modified>
</cp:coreProperties>
</file>